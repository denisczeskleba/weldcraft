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63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D69487-2457-4D64-84B1-C1D2E4D55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A622CC5-623E-4E23-850F-4A7B474EF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824895-B2E5-434B-8657-5C40E628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CD373-F5D7-4CA0-AFC1-BD0231BDC1B6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187D44-4812-44ED-91C5-2B89FCC2C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7CC8D4-4D55-4737-9F8A-9025E6BB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B1B7-C88A-4029-9BD2-D0DFEA9A3F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11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BE1363-09BD-4CFC-AC7E-0D002F76C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58985C-6AB2-47BC-860C-1B5E5C808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592179-EBDF-40F6-8421-9D374C0ED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CD373-F5D7-4CA0-AFC1-BD0231BDC1B6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996ACD-94D2-419D-A5AA-69BC8943E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F174E-84DC-42CB-BE5A-1E3453B71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B1B7-C88A-4029-9BD2-D0DFEA9A3F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1967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227547-4051-41BA-A2F0-9BC9D42A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13587B-AC64-4692-8EDA-68E24E972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9EBDEB-58DF-44A1-AF59-E646C9ED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CD373-F5D7-4CA0-AFC1-BD0231BDC1B6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A2DE14-8D4D-4E73-9F72-684416C61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38838E-76C4-401D-A412-0451BE22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B1B7-C88A-4029-9BD2-D0DFEA9A3F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415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7273F3-3347-4214-9531-9146EF587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62C753-74C4-4E34-B8F7-EC14F5E02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B0FE0B-3322-494B-BD77-33F0E6841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BD21B24-83A4-468B-A83A-F85EC11C2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CD373-F5D7-4CA0-AFC1-BD0231BDC1B6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DD72BB-69B9-4B41-8582-4713BEE07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B05BA3-1353-4EA7-AD3F-B05451C43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B1B7-C88A-4029-9BD2-D0DFEA9A3F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198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4D89FE-539D-45AC-B2C6-12BD6090A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B42333-4E22-43AA-A93A-D0F154691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806CFAB-BE08-4334-B019-4F1B60A89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BEB3082-75F6-4779-AE3B-01E8B23497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D300C8F-B53C-49A8-9F25-AFB24C5D5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E3F71DD-D8F2-4738-B5ED-D8DE17839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CD373-F5D7-4CA0-AFC1-BD0231BDC1B6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B1909C2-29D1-4F95-B431-2E6331F8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94B13BC-53E3-4D08-A822-962FEFBB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B1B7-C88A-4029-9BD2-D0DFEA9A3F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3677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DFF925-D42A-4F08-B0E8-53D41378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899692F-871C-4062-B748-972878BF2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CD373-F5D7-4CA0-AFC1-BD0231BDC1B6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8AE28B-8143-47C6-A1CD-3D50FADF0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AA81F1A-18D6-496E-B62B-F4BBA657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B1B7-C88A-4029-9BD2-D0DFEA9A3F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0084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9853E4F-0483-4A4E-8C07-0FBDE565B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CD373-F5D7-4CA0-AFC1-BD0231BDC1B6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D0D8BCB-7655-4718-9C01-61E54EEF5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257442-08B8-42B4-8D52-0310B895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B1B7-C88A-4029-9BD2-D0DFEA9A3F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0822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943079-1F2D-4625-8562-2E0A607E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30C07F-FFB5-46EA-B6CB-9B3CBEB71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AD04576-8D34-4CD0-89A7-2882FF343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FCBA5D-FFC9-4D4D-8605-E4B172DF8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CD373-F5D7-4CA0-AFC1-BD0231BDC1B6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58E4225-429A-44F9-808E-65A9736B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8F53CD-927A-4607-86D3-D7831B110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B1B7-C88A-4029-9BD2-D0DFEA9A3F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3172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759FAA-19CF-4B3B-BA10-88CB4958D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7BAF8AE-3242-40F2-A14B-DAA08CE67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B996B0B-43AA-4E35-8514-65A1F3BE5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56655C-2303-4A5E-8A0C-09B48D26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CD373-F5D7-4CA0-AFC1-BD0231BDC1B6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B8812A-DB04-4A72-ADE1-4D0DBD7E2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A0A72A-B789-469A-BADE-9894E03EC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B1B7-C88A-4029-9BD2-D0DFEA9A3F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6762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DC462B-B111-48D8-AC99-4AEFECD3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4A259BF-596F-4990-83A2-86B5A2622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C14AC2-8FFA-4740-A817-A01B6001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CD373-F5D7-4CA0-AFC1-BD0231BDC1B6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4FE525-8C1A-4B32-9C12-8171E69F2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D08CB0-010A-4459-9231-EC3FE0504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B1B7-C88A-4029-9BD2-D0DFEA9A3F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17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91BC941-E5D2-4016-8642-52F5D7D7D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3863E8-F43B-454D-9249-00CB297DE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F11BAD-11F9-4B00-9583-C0CBACAE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CD373-F5D7-4CA0-AFC1-BD0231BDC1B6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92006E-41F3-4987-982E-E568853C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39C706-9325-4E81-91B7-6A0208BB4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B1B7-C88A-4029-9BD2-D0DFEA9A3F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0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C5318A5-F08E-458C-9D65-BB896F9C4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AD7749-3953-4172-A2BF-BF924096B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E42FB6-3ACD-4708-A256-AB3F3FB14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D373-F5D7-4CA0-AFC1-BD0231BDC1B6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8C8971-BC7A-4887-BF4C-CCE0D6AD2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30F6EF-6F52-4654-93D0-629034690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5B1B7-C88A-4029-9BD2-D0DFEA9A3F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603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C469F2A-65C9-4C60-BC13-016DC19CA3C2}"/>
              </a:ext>
            </a:extLst>
          </p:cNvPr>
          <p:cNvGrpSpPr/>
          <p:nvPr/>
        </p:nvGrpSpPr>
        <p:grpSpPr>
          <a:xfrm>
            <a:off x="2332383" y="331303"/>
            <a:ext cx="6738731" cy="5121967"/>
            <a:chOff x="2332383" y="331303"/>
            <a:chExt cx="6738731" cy="5121967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37C0437A-6B5F-4707-B562-FA3AC95FCD09}"/>
                </a:ext>
              </a:extLst>
            </p:cNvPr>
            <p:cNvSpPr/>
            <p:nvPr/>
          </p:nvSpPr>
          <p:spPr>
            <a:xfrm>
              <a:off x="2332383" y="331303"/>
              <a:ext cx="6738731" cy="51219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DBA3B679-F4B0-4143-81FE-BBE7C1664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1512" y="417158"/>
              <a:ext cx="1418488" cy="1085920"/>
            </a:xfrm>
            <a:prstGeom prst="rect">
              <a:avLst/>
            </a:prstGeom>
          </p:spPr>
        </p:pic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F888258D-B552-469A-9266-8E3B9FEDF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1513" y="1346804"/>
              <a:ext cx="3485826" cy="1742913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FA0F9C28-416D-448C-BBC8-4BA8B9A049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33"/>
            <a:stretch/>
          </p:blipFill>
          <p:spPr>
            <a:xfrm>
              <a:off x="5698434" y="417158"/>
              <a:ext cx="3328681" cy="2710356"/>
            </a:xfrm>
            <a:prstGeom prst="rect">
              <a:avLst/>
            </a:prstGeom>
          </p:spPr>
        </p:pic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C53DD31B-DA19-484B-A32F-BF9950FF03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350"/>
            <a:stretch/>
          </p:blipFill>
          <p:spPr>
            <a:xfrm>
              <a:off x="2391513" y="3089718"/>
              <a:ext cx="6635603" cy="2330422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C4CBA3C1-8CC3-436E-9FAC-31B2720C7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6801" y="397146"/>
              <a:ext cx="3336346" cy="9496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0072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Czeskleba, Denis</dc:creator>
  <cp:lastModifiedBy>Czeskleba, Denis</cp:lastModifiedBy>
  <cp:revision>4</cp:revision>
  <dcterms:created xsi:type="dcterms:W3CDTF">2025-04-24T21:11:14Z</dcterms:created>
  <dcterms:modified xsi:type="dcterms:W3CDTF">2025-04-24T21:48:37Z</dcterms:modified>
</cp:coreProperties>
</file>